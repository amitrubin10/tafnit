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שער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הידעת? - הגרף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 ימי מסחר - שאלה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 ימי מסחר - תשובה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נדל"ן מול S&amp;P - שאלה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 נדל"ן מול S&amp;P - תשובה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 למי מתאים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 תפנית בקצרה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 תפנית במספרים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10. מבנה ארגוני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11. פתרונות ההשקעה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12. ניהול ההשקעות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13. מחלקת מחקר ואנליזה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14. מעגלי פיקוח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15. אז למה תפנית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16. איך מתקדמים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שער" descr="שע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הידעת? - הגרף" descr="הידעת? - הגרף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ימי מסחר - שאלה" descr="ימי מסחר - שאל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ימי מסחר - תשובה" descr="ימי מסחר - תשוב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נדל&quot;ן מול S&amp;P - שאלה" descr="נדל&quot;ן מול S&amp;P - שאל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נדל&quot;ן מול S&amp;P - תשובה" descr="נדל&quot;ן מול S&amp;P - תשוב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למי מתאים" descr="למי מתאי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תפנית בקצרה" descr="תפנית בקצר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תפנית במספרים" descr="תפנית במספרי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מבנה ארגוני" descr="מבנה ארגוני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פתרונות ההשקעה" descr="פתרונות ההשקע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ניהול ההשקעות" descr="ניהול ההשקעות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מחלקת מחקר ואנליזה" descr="מחלקת מחקר ואנליזה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מעגלי פיקוח" descr="מעגלי פיקוח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אז למה תפנית" descr="אז למה תפנית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איך מתקדמים" descr="איך מתקדמי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